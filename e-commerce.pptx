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8" r:id="rId1"/>
  </p:sldMasterIdLst>
  <p:sldIdLst>
    <p:sldId id="256" r:id="rId2"/>
    <p:sldId id="257" r:id="rId3"/>
    <p:sldId id="270" r:id="rId4"/>
    <p:sldId id="275" r:id="rId5"/>
    <p:sldId id="269" r:id="rId6"/>
    <p:sldId id="258" r:id="rId7"/>
    <p:sldId id="282" r:id="rId8"/>
    <p:sldId id="261" r:id="rId9"/>
    <p:sldId id="259" r:id="rId10"/>
    <p:sldId id="260" r:id="rId11"/>
    <p:sldId id="262" r:id="rId12"/>
    <p:sldId id="280" r:id="rId13"/>
    <p:sldId id="264" r:id="rId14"/>
    <p:sldId id="265" r:id="rId15"/>
    <p:sldId id="273" r:id="rId16"/>
    <p:sldId id="279" r:id="rId17"/>
    <p:sldId id="274" r:id="rId18"/>
    <p:sldId id="272" r:id="rId19"/>
    <p:sldId id="276" r:id="rId20"/>
    <p:sldId id="277" r:id="rId21"/>
    <p:sldId id="283" r:id="rId22"/>
    <p:sldId id="266" r:id="rId23"/>
    <p:sldId id="267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107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yesh raj chandra" userId="2a58332a2f3d9989" providerId="LiveId" clId="{A08BDE3D-FCD2-4FC8-8764-FC2632CE592D}"/>
    <pc:docChg chg="custSel modSld">
      <pc:chgData name="Jayesh raj chandra" userId="2a58332a2f3d9989" providerId="LiveId" clId="{A08BDE3D-FCD2-4FC8-8764-FC2632CE592D}" dt="2025-04-16T01:20:24.214" v="106" actId="14100"/>
      <pc:docMkLst>
        <pc:docMk/>
      </pc:docMkLst>
      <pc:sldChg chg="addSp delSp modSp mod">
        <pc:chgData name="Jayesh raj chandra" userId="2a58332a2f3d9989" providerId="LiveId" clId="{A08BDE3D-FCD2-4FC8-8764-FC2632CE592D}" dt="2025-04-16T00:45:27.390" v="38" actId="14100"/>
        <pc:sldMkLst>
          <pc:docMk/>
          <pc:sldMk cId="3023954739" sldId="258"/>
        </pc:sldMkLst>
        <pc:picChg chg="add mod">
          <ac:chgData name="Jayesh raj chandra" userId="2a58332a2f3d9989" providerId="LiveId" clId="{A08BDE3D-FCD2-4FC8-8764-FC2632CE592D}" dt="2025-04-16T00:45:27.390" v="38" actId="14100"/>
          <ac:picMkLst>
            <pc:docMk/>
            <pc:sldMk cId="3023954739" sldId="258"/>
            <ac:picMk id="3" creationId="{B62AD3A7-15D8-4263-97D4-ADC6A6B5D2F3}"/>
          </ac:picMkLst>
        </pc:picChg>
        <pc:picChg chg="del">
          <ac:chgData name="Jayesh raj chandra" userId="2a58332a2f3d9989" providerId="LiveId" clId="{A08BDE3D-FCD2-4FC8-8764-FC2632CE592D}" dt="2025-04-16T00:45:05.674" v="35" actId="478"/>
          <ac:picMkLst>
            <pc:docMk/>
            <pc:sldMk cId="3023954739" sldId="258"/>
            <ac:picMk id="3074" creationId="{8CA2942B-0CDA-12A1-9EF9-8DC9F9241319}"/>
          </ac:picMkLst>
        </pc:picChg>
      </pc:sldChg>
      <pc:sldChg chg="addSp delSp modSp mod">
        <pc:chgData name="Jayesh raj chandra" userId="2a58332a2f3d9989" providerId="LiveId" clId="{A08BDE3D-FCD2-4FC8-8764-FC2632CE592D}" dt="2025-04-16T00:46:59.904" v="53" actId="1076"/>
        <pc:sldMkLst>
          <pc:docMk/>
          <pc:sldMk cId="1259157571" sldId="259"/>
        </pc:sldMkLst>
        <pc:picChg chg="add mod">
          <ac:chgData name="Jayesh raj chandra" userId="2a58332a2f3d9989" providerId="LiveId" clId="{A08BDE3D-FCD2-4FC8-8764-FC2632CE592D}" dt="2025-04-16T00:46:59.904" v="53" actId="1076"/>
          <ac:picMkLst>
            <pc:docMk/>
            <pc:sldMk cId="1259157571" sldId="259"/>
            <ac:picMk id="3" creationId="{066719CD-61C2-4199-99D7-F8733E597809}"/>
          </ac:picMkLst>
        </pc:picChg>
        <pc:picChg chg="del">
          <ac:chgData name="Jayesh raj chandra" userId="2a58332a2f3d9989" providerId="LiveId" clId="{A08BDE3D-FCD2-4FC8-8764-FC2632CE592D}" dt="2025-04-16T00:46:43.265" v="50" actId="478"/>
          <ac:picMkLst>
            <pc:docMk/>
            <pc:sldMk cId="1259157571" sldId="259"/>
            <ac:picMk id="5124" creationId="{075F84B3-50A4-77E8-8EDD-A8C5EA3413FA}"/>
          </ac:picMkLst>
        </pc:picChg>
      </pc:sldChg>
      <pc:sldChg chg="addSp delSp modSp mod">
        <pc:chgData name="Jayesh raj chandra" userId="2a58332a2f3d9989" providerId="LiveId" clId="{A08BDE3D-FCD2-4FC8-8764-FC2632CE592D}" dt="2025-04-16T00:46:15.501" v="49" actId="1076"/>
        <pc:sldMkLst>
          <pc:docMk/>
          <pc:sldMk cId="4259978525" sldId="261"/>
        </pc:sldMkLst>
        <pc:picChg chg="add mod">
          <ac:chgData name="Jayesh raj chandra" userId="2a58332a2f3d9989" providerId="LiveId" clId="{A08BDE3D-FCD2-4FC8-8764-FC2632CE592D}" dt="2025-04-16T00:46:15.501" v="49" actId="1076"/>
          <ac:picMkLst>
            <pc:docMk/>
            <pc:sldMk cId="4259978525" sldId="261"/>
            <ac:picMk id="3" creationId="{ED74A49F-6C7B-4814-9CA6-E9B4F6BA2BEE}"/>
          </ac:picMkLst>
        </pc:picChg>
        <pc:picChg chg="del">
          <ac:chgData name="Jayesh raj chandra" userId="2a58332a2f3d9989" providerId="LiveId" clId="{A08BDE3D-FCD2-4FC8-8764-FC2632CE592D}" dt="2025-04-16T00:46:01.237" v="45" actId="478"/>
          <ac:picMkLst>
            <pc:docMk/>
            <pc:sldMk cId="4259978525" sldId="261"/>
            <ac:picMk id="4098" creationId="{C7D9A998-474F-2E3E-765F-162BE97835BB}"/>
          </ac:picMkLst>
        </pc:picChg>
      </pc:sldChg>
      <pc:sldChg chg="addSp delSp modSp mod">
        <pc:chgData name="Jayesh raj chandra" userId="2a58332a2f3d9989" providerId="LiveId" clId="{A08BDE3D-FCD2-4FC8-8764-FC2632CE592D}" dt="2025-04-16T01:11:53.504" v="87" actId="1076"/>
        <pc:sldMkLst>
          <pc:docMk/>
          <pc:sldMk cId="1934774915" sldId="262"/>
        </pc:sldMkLst>
        <pc:picChg chg="del">
          <ac:chgData name="Jayesh raj chandra" userId="2a58332a2f3d9989" providerId="LiveId" clId="{A08BDE3D-FCD2-4FC8-8764-FC2632CE592D}" dt="2025-04-16T01:11:36.939" v="82" actId="478"/>
          <ac:picMkLst>
            <pc:docMk/>
            <pc:sldMk cId="1934774915" sldId="262"/>
            <ac:picMk id="3" creationId="{1C9006E9-5646-2CF6-72F0-5D57D0E9FAC2}"/>
          </ac:picMkLst>
        </pc:picChg>
        <pc:picChg chg="add mod">
          <ac:chgData name="Jayesh raj chandra" userId="2a58332a2f3d9989" providerId="LiveId" clId="{A08BDE3D-FCD2-4FC8-8764-FC2632CE592D}" dt="2025-04-16T01:11:53.504" v="87" actId="1076"/>
          <ac:picMkLst>
            <pc:docMk/>
            <pc:sldMk cId="1934774915" sldId="262"/>
            <ac:picMk id="4" creationId="{70B93C2C-EB8D-4E86-A546-92D3DF328A56}"/>
          </ac:picMkLst>
        </pc:picChg>
      </pc:sldChg>
      <pc:sldChg chg="addSp delSp modSp mod">
        <pc:chgData name="Jayesh raj chandra" userId="2a58332a2f3d9989" providerId="LiveId" clId="{A08BDE3D-FCD2-4FC8-8764-FC2632CE592D}" dt="2025-04-16T00:55:23.608" v="61" actId="1076"/>
        <pc:sldMkLst>
          <pc:docMk/>
          <pc:sldMk cId="4258120208" sldId="264"/>
        </pc:sldMkLst>
        <pc:picChg chg="add mod">
          <ac:chgData name="Jayesh raj chandra" userId="2a58332a2f3d9989" providerId="LiveId" clId="{A08BDE3D-FCD2-4FC8-8764-FC2632CE592D}" dt="2025-04-16T00:55:23.608" v="61" actId="1076"/>
          <ac:picMkLst>
            <pc:docMk/>
            <pc:sldMk cId="4258120208" sldId="264"/>
            <ac:picMk id="3" creationId="{D29A772C-F62E-4C09-8FB0-449296C26687}"/>
          </ac:picMkLst>
        </pc:picChg>
        <pc:picChg chg="del">
          <ac:chgData name="Jayesh raj chandra" userId="2a58332a2f3d9989" providerId="LiveId" clId="{A08BDE3D-FCD2-4FC8-8764-FC2632CE592D}" dt="2025-04-16T00:55:05.239" v="59" actId="478"/>
          <ac:picMkLst>
            <pc:docMk/>
            <pc:sldMk cId="4258120208" sldId="264"/>
            <ac:picMk id="6146" creationId="{46A42060-7FF7-2168-137A-6E10B97A7597}"/>
          </ac:picMkLst>
        </pc:picChg>
      </pc:sldChg>
      <pc:sldChg chg="addSp delSp modSp mod">
        <pc:chgData name="Jayesh raj chandra" userId="2a58332a2f3d9989" providerId="LiveId" clId="{A08BDE3D-FCD2-4FC8-8764-FC2632CE592D}" dt="2025-04-16T00:57:14.609" v="66" actId="1076"/>
        <pc:sldMkLst>
          <pc:docMk/>
          <pc:sldMk cId="714201683" sldId="265"/>
        </pc:sldMkLst>
        <pc:picChg chg="add mod">
          <ac:chgData name="Jayesh raj chandra" userId="2a58332a2f3d9989" providerId="LiveId" clId="{A08BDE3D-FCD2-4FC8-8764-FC2632CE592D}" dt="2025-04-16T00:57:14.609" v="66" actId="1076"/>
          <ac:picMkLst>
            <pc:docMk/>
            <pc:sldMk cId="714201683" sldId="265"/>
            <ac:picMk id="3" creationId="{37E3A08D-997F-4C59-A484-E788F5659514}"/>
          </ac:picMkLst>
        </pc:picChg>
        <pc:picChg chg="del">
          <ac:chgData name="Jayesh raj chandra" userId="2a58332a2f3d9989" providerId="LiveId" clId="{A08BDE3D-FCD2-4FC8-8764-FC2632CE592D}" dt="2025-04-16T00:56:58.965" v="62" actId="478"/>
          <ac:picMkLst>
            <pc:docMk/>
            <pc:sldMk cId="714201683" sldId="265"/>
            <ac:picMk id="7170" creationId="{2072474D-B6B5-2DE0-4CD9-62BCB3F59E8E}"/>
          </ac:picMkLst>
        </pc:picChg>
      </pc:sldChg>
      <pc:sldChg chg="addSp delSp modSp mod">
        <pc:chgData name="Jayesh raj chandra" userId="2a58332a2f3d9989" providerId="LiveId" clId="{A08BDE3D-FCD2-4FC8-8764-FC2632CE592D}" dt="2025-04-16T01:18:29.026" v="91" actId="14100"/>
        <pc:sldMkLst>
          <pc:docMk/>
          <pc:sldMk cId="1537637237" sldId="272"/>
        </pc:sldMkLst>
        <pc:picChg chg="add mod">
          <ac:chgData name="Jayesh raj chandra" userId="2a58332a2f3d9989" providerId="LiveId" clId="{A08BDE3D-FCD2-4FC8-8764-FC2632CE592D}" dt="2025-04-16T01:18:29.026" v="91" actId="14100"/>
          <ac:picMkLst>
            <pc:docMk/>
            <pc:sldMk cId="1537637237" sldId="272"/>
            <ac:picMk id="3" creationId="{6F69BE9F-94A2-403E-9411-50E5018AC486}"/>
          </ac:picMkLst>
        </pc:picChg>
        <pc:picChg chg="del mod">
          <ac:chgData name="Jayesh raj chandra" userId="2a58332a2f3d9989" providerId="LiveId" clId="{A08BDE3D-FCD2-4FC8-8764-FC2632CE592D}" dt="2025-04-16T01:18:12.769" v="88" actId="478"/>
          <ac:picMkLst>
            <pc:docMk/>
            <pc:sldMk cId="1537637237" sldId="272"/>
            <ac:picMk id="4" creationId="{A7E903F1-AA50-4818-8A16-EB5A08734524}"/>
          </ac:picMkLst>
        </pc:picChg>
      </pc:sldChg>
      <pc:sldChg chg="addSp delSp modSp mod">
        <pc:chgData name="Jayesh raj chandra" userId="2a58332a2f3d9989" providerId="LiveId" clId="{A08BDE3D-FCD2-4FC8-8764-FC2632CE592D}" dt="2025-04-16T00:58:16.146" v="71" actId="1076"/>
        <pc:sldMkLst>
          <pc:docMk/>
          <pc:sldMk cId="2374932438" sldId="273"/>
        </pc:sldMkLst>
        <pc:picChg chg="add mod">
          <ac:chgData name="Jayesh raj chandra" userId="2a58332a2f3d9989" providerId="LiveId" clId="{A08BDE3D-FCD2-4FC8-8764-FC2632CE592D}" dt="2025-04-16T00:58:16.146" v="71" actId="1076"/>
          <ac:picMkLst>
            <pc:docMk/>
            <pc:sldMk cId="2374932438" sldId="273"/>
            <ac:picMk id="5" creationId="{7E170FCC-D3E5-46E4-A0A0-5CCD6859788A}"/>
          </ac:picMkLst>
        </pc:picChg>
        <pc:picChg chg="del">
          <ac:chgData name="Jayesh raj chandra" userId="2a58332a2f3d9989" providerId="LiveId" clId="{A08BDE3D-FCD2-4FC8-8764-FC2632CE592D}" dt="2025-04-16T00:57:35.304" v="67" actId="478"/>
          <ac:picMkLst>
            <pc:docMk/>
            <pc:sldMk cId="2374932438" sldId="273"/>
            <ac:picMk id="1026" creationId="{127EA6C5-A77C-9125-9D58-B3BD422A578E}"/>
          </ac:picMkLst>
        </pc:picChg>
      </pc:sldChg>
      <pc:sldChg chg="addSp delSp modSp mod">
        <pc:chgData name="Jayesh raj chandra" userId="2a58332a2f3d9989" providerId="LiveId" clId="{A08BDE3D-FCD2-4FC8-8764-FC2632CE592D}" dt="2025-04-16T01:04:22.937" v="81" actId="1076"/>
        <pc:sldMkLst>
          <pc:docMk/>
          <pc:sldMk cId="3538303415" sldId="274"/>
        </pc:sldMkLst>
        <pc:picChg chg="add mod">
          <ac:chgData name="Jayesh raj chandra" userId="2a58332a2f3d9989" providerId="LiveId" clId="{A08BDE3D-FCD2-4FC8-8764-FC2632CE592D}" dt="2025-04-16T01:04:22.937" v="81" actId="1076"/>
          <ac:picMkLst>
            <pc:docMk/>
            <pc:sldMk cId="3538303415" sldId="274"/>
            <ac:picMk id="3" creationId="{FA2097C7-92DB-4A3E-AF4D-905443765B2D}"/>
          </ac:picMkLst>
        </pc:picChg>
        <pc:picChg chg="del">
          <ac:chgData name="Jayesh raj chandra" userId="2a58332a2f3d9989" providerId="LiveId" clId="{A08BDE3D-FCD2-4FC8-8764-FC2632CE592D}" dt="2025-04-16T01:04:07.173" v="77" actId="478"/>
          <ac:picMkLst>
            <pc:docMk/>
            <pc:sldMk cId="3538303415" sldId="274"/>
            <ac:picMk id="2050" creationId="{8A4E60C0-9634-027A-EFB7-D7DD0E0AF34A}"/>
          </ac:picMkLst>
        </pc:picChg>
      </pc:sldChg>
      <pc:sldChg chg="addSp delSp modSp mod">
        <pc:chgData name="Jayesh raj chandra" userId="2a58332a2f3d9989" providerId="LiveId" clId="{A08BDE3D-FCD2-4FC8-8764-FC2632CE592D}" dt="2025-04-16T01:20:24.214" v="106" actId="14100"/>
        <pc:sldMkLst>
          <pc:docMk/>
          <pc:sldMk cId="2480237363" sldId="276"/>
        </pc:sldMkLst>
        <pc:spChg chg="del">
          <ac:chgData name="Jayesh raj chandra" userId="2a58332a2f3d9989" providerId="LiveId" clId="{A08BDE3D-FCD2-4FC8-8764-FC2632CE592D}" dt="2025-04-16T01:19:15.482" v="93" actId="931"/>
          <ac:spMkLst>
            <pc:docMk/>
            <pc:sldMk cId="2480237363" sldId="276"/>
            <ac:spMk id="3" creationId="{AEA8CD7C-2E90-8816-2612-4B5042F9951B}"/>
          </ac:spMkLst>
        </pc:spChg>
        <pc:picChg chg="del mod">
          <ac:chgData name="Jayesh raj chandra" userId="2a58332a2f3d9989" providerId="LiveId" clId="{A08BDE3D-FCD2-4FC8-8764-FC2632CE592D}" dt="2025-04-16T01:18:35.481" v="92" actId="478"/>
          <ac:picMkLst>
            <pc:docMk/>
            <pc:sldMk cId="2480237363" sldId="276"/>
            <ac:picMk id="4" creationId="{B81E5DCD-3E0B-E808-65F8-CF91A5858F15}"/>
          </ac:picMkLst>
        </pc:picChg>
        <pc:picChg chg="add mod">
          <ac:chgData name="Jayesh raj chandra" userId="2a58332a2f3d9989" providerId="LiveId" clId="{A08BDE3D-FCD2-4FC8-8764-FC2632CE592D}" dt="2025-04-16T01:20:24.214" v="106" actId="14100"/>
          <ac:picMkLst>
            <pc:docMk/>
            <pc:sldMk cId="2480237363" sldId="276"/>
            <ac:picMk id="5" creationId="{7B3D4F80-51F3-4ED2-85DA-C74F341D1957}"/>
          </ac:picMkLst>
        </pc:picChg>
      </pc:sldChg>
      <pc:sldChg chg="addSp delSp modSp mod">
        <pc:chgData name="Jayesh raj chandra" userId="2a58332a2f3d9989" providerId="LiveId" clId="{A08BDE3D-FCD2-4FC8-8764-FC2632CE592D}" dt="2025-04-16T01:20:08.321" v="101" actId="14100"/>
        <pc:sldMkLst>
          <pc:docMk/>
          <pc:sldMk cId="1387192848" sldId="277"/>
        </pc:sldMkLst>
        <pc:picChg chg="del mod">
          <ac:chgData name="Jayesh raj chandra" userId="2a58332a2f3d9989" providerId="LiveId" clId="{A08BDE3D-FCD2-4FC8-8764-FC2632CE592D}" dt="2025-04-16T01:19:36.486" v="98" actId="478"/>
          <ac:picMkLst>
            <pc:docMk/>
            <pc:sldMk cId="1387192848" sldId="277"/>
            <ac:picMk id="3" creationId="{41C02FC3-33F2-F5E0-466F-EB5D0DDC8FEB}"/>
          </ac:picMkLst>
        </pc:picChg>
        <pc:picChg chg="add mod">
          <ac:chgData name="Jayesh raj chandra" userId="2a58332a2f3d9989" providerId="LiveId" clId="{A08BDE3D-FCD2-4FC8-8764-FC2632CE592D}" dt="2025-04-16T01:20:08.321" v="101" actId="14100"/>
          <ac:picMkLst>
            <pc:docMk/>
            <pc:sldMk cId="1387192848" sldId="277"/>
            <ac:picMk id="4" creationId="{C54F6520-BB61-4E26-A0C3-2182E044FF21}"/>
          </ac:picMkLst>
        </pc:picChg>
      </pc:sldChg>
      <pc:sldChg chg="addSp delSp modSp mod">
        <pc:chgData name="Jayesh raj chandra" userId="2a58332a2f3d9989" providerId="LiveId" clId="{A08BDE3D-FCD2-4FC8-8764-FC2632CE592D}" dt="2025-04-16T00:59:05.847" v="76" actId="1076"/>
        <pc:sldMkLst>
          <pc:docMk/>
          <pc:sldMk cId="0" sldId="279"/>
        </pc:sldMkLst>
        <pc:spChg chg="mod">
          <ac:chgData name="Jayesh raj chandra" userId="2a58332a2f3d9989" providerId="LiveId" clId="{A08BDE3D-FCD2-4FC8-8764-FC2632CE592D}" dt="2025-04-14T01:20:03.830" v="7" actId="1076"/>
          <ac:spMkLst>
            <pc:docMk/>
            <pc:sldMk cId="0" sldId="279"/>
            <ac:spMk id="4" creationId="{00000000-0000-0000-0000-000000000000}"/>
          </ac:spMkLst>
        </pc:spChg>
        <pc:picChg chg="add del mod">
          <ac:chgData name="Jayesh raj chandra" userId="2a58332a2f3d9989" providerId="LiveId" clId="{A08BDE3D-FCD2-4FC8-8764-FC2632CE592D}" dt="2025-04-16T00:58:24.759" v="72" actId="478"/>
          <ac:picMkLst>
            <pc:docMk/>
            <pc:sldMk cId="0" sldId="279"/>
            <ac:picMk id="5" creationId="{50AC0D4D-9670-41F7-AB01-693B0261D939}"/>
          </ac:picMkLst>
        </pc:picChg>
        <pc:picChg chg="del mod">
          <ac:chgData name="Jayesh raj chandra" userId="2a58332a2f3d9989" providerId="LiveId" clId="{A08BDE3D-FCD2-4FC8-8764-FC2632CE592D}" dt="2025-04-15T01:06:22.155" v="13" actId="478"/>
          <ac:picMkLst>
            <pc:docMk/>
            <pc:sldMk cId="0" sldId="279"/>
            <ac:picMk id="6" creationId="{EA88B09D-4EF7-4105-AB74-C7AF4A4B92BE}"/>
          </ac:picMkLst>
        </pc:picChg>
        <pc:picChg chg="add mod">
          <ac:chgData name="Jayesh raj chandra" userId="2a58332a2f3d9989" providerId="LiveId" clId="{A08BDE3D-FCD2-4FC8-8764-FC2632CE592D}" dt="2025-04-16T00:59:05.847" v="76" actId="1076"/>
          <ac:picMkLst>
            <pc:docMk/>
            <pc:sldMk cId="0" sldId="279"/>
            <ac:picMk id="8" creationId="{5EF63749-7004-4CE3-9E17-185607A0DF83}"/>
          </ac:picMkLst>
        </pc:picChg>
      </pc:sldChg>
      <pc:sldChg chg="addSp delSp modSp mod">
        <pc:chgData name="Jayesh raj chandra" userId="2a58332a2f3d9989" providerId="LiveId" clId="{A08BDE3D-FCD2-4FC8-8764-FC2632CE592D}" dt="2025-04-16T00:48:07.995" v="58" actId="1076"/>
        <pc:sldMkLst>
          <pc:docMk/>
          <pc:sldMk cId="0" sldId="280"/>
        </pc:sldMkLst>
        <pc:spChg chg="mod">
          <ac:chgData name="Jayesh raj chandra" userId="2a58332a2f3d9989" providerId="LiveId" clId="{A08BDE3D-FCD2-4FC8-8764-FC2632CE592D}" dt="2025-04-14T01:19:49.344" v="3" actId="1076"/>
          <ac:spMkLst>
            <pc:docMk/>
            <pc:sldMk cId="0" sldId="280"/>
            <ac:spMk id="4" creationId="{00000000-0000-0000-0000-000000000000}"/>
          </ac:spMkLst>
        </pc:spChg>
        <pc:picChg chg="add del mod">
          <ac:chgData name="Jayesh raj chandra" userId="2a58332a2f3d9989" providerId="LiveId" clId="{A08BDE3D-FCD2-4FC8-8764-FC2632CE592D}" dt="2025-04-16T00:47:51.395" v="54" actId="478"/>
          <ac:picMkLst>
            <pc:docMk/>
            <pc:sldMk cId="0" sldId="280"/>
            <ac:picMk id="5" creationId="{8C9AEC10-9A9C-4A2C-BC08-74DB2ADDFB96}"/>
          </ac:picMkLst>
        </pc:picChg>
        <pc:picChg chg="del mod">
          <ac:chgData name="Jayesh raj chandra" userId="2a58332a2f3d9989" providerId="LiveId" clId="{A08BDE3D-FCD2-4FC8-8764-FC2632CE592D}" dt="2025-04-15T01:05:55.189" v="8" actId="478"/>
          <ac:picMkLst>
            <pc:docMk/>
            <pc:sldMk cId="0" sldId="280"/>
            <ac:picMk id="6" creationId="{0CD15A4E-607E-4BA5-9514-4E6243286BD9}"/>
          </ac:picMkLst>
        </pc:picChg>
        <pc:picChg chg="add mod">
          <ac:chgData name="Jayesh raj chandra" userId="2a58332a2f3d9989" providerId="LiveId" clId="{A08BDE3D-FCD2-4FC8-8764-FC2632CE592D}" dt="2025-04-16T00:48:07.995" v="58" actId="1076"/>
          <ac:picMkLst>
            <pc:docMk/>
            <pc:sldMk cId="0" sldId="280"/>
            <ac:picMk id="8" creationId="{44ACC33E-7D0C-4A5A-AC4F-047378CAA76B}"/>
          </ac:picMkLst>
        </pc:picChg>
      </pc:sldChg>
      <pc:sldChg chg="addSp delSp modSp mod">
        <pc:chgData name="Jayesh raj chandra" userId="2a58332a2f3d9989" providerId="LiveId" clId="{A08BDE3D-FCD2-4FC8-8764-FC2632CE592D}" dt="2025-04-16T00:45:47.710" v="44" actId="1076"/>
        <pc:sldMkLst>
          <pc:docMk/>
          <pc:sldMk cId="0" sldId="282"/>
        </pc:sldMkLst>
        <pc:picChg chg="add del mod">
          <ac:chgData name="Jayesh raj chandra" userId="2a58332a2f3d9989" providerId="LiveId" clId="{A08BDE3D-FCD2-4FC8-8764-FC2632CE592D}" dt="2025-04-16T00:45:31.130" v="39" actId="478"/>
          <ac:picMkLst>
            <pc:docMk/>
            <pc:sldMk cId="0" sldId="282"/>
            <ac:picMk id="4" creationId="{FA8030A7-F65B-4BB0-95DE-906709C64ABF}"/>
          </ac:picMkLst>
        </pc:picChg>
        <pc:picChg chg="del mod">
          <ac:chgData name="Jayesh raj chandra" userId="2a58332a2f3d9989" providerId="LiveId" clId="{A08BDE3D-FCD2-4FC8-8764-FC2632CE592D}" dt="2025-04-15T01:10:20.687" v="19" actId="478"/>
          <ac:picMkLst>
            <pc:docMk/>
            <pc:sldMk cId="0" sldId="282"/>
            <ac:picMk id="6" creationId="{E0829AED-5B55-4AA9-A82B-3BF8393A68E6}"/>
          </ac:picMkLst>
        </pc:picChg>
        <pc:picChg chg="add mod">
          <ac:chgData name="Jayesh raj chandra" userId="2a58332a2f3d9989" providerId="LiveId" clId="{A08BDE3D-FCD2-4FC8-8764-FC2632CE592D}" dt="2025-04-16T00:45:47.710" v="44" actId="1076"/>
          <ac:picMkLst>
            <pc:docMk/>
            <pc:sldMk cId="0" sldId="282"/>
            <ac:picMk id="8" creationId="{8D2A5FD9-46FF-4076-9061-27748C55189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475D8-F660-49E2-9C52-203BAE395551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3CC2A06F-8D80-48D9-8094-67CFD4E59E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7806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475D8-F660-49E2-9C52-203BAE395551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2A06F-8D80-48D9-8094-67CFD4E59E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8519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630475D8-F660-49E2-9C52-203BAE395551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IN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3CC2A06F-8D80-48D9-8094-67CFD4E59E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3787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475D8-F660-49E2-9C52-203BAE395551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2A06F-8D80-48D9-8094-67CFD4E59E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2454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475D8-F660-49E2-9C52-203BAE395551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2A06F-8D80-48D9-8094-67CFD4E59E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2550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475D8-F660-49E2-9C52-203BAE395551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2A06F-8D80-48D9-8094-67CFD4E59E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586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475D8-F660-49E2-9C52-203BAE395551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2A06F-8D80-48D9-8094-67CFD4E59E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0930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475D8-F660-49E2-9C52-203BAE395551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2A06F-8D80-48D9-8094-67CFD4E59E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3775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475D8-F660-49E2-9C52-203BAE395551}" type="datetimeFigureOut">
              <a:rPr lang="en-IN" smtClean="0"/>
              <a:t>15-04-2025</a:t>
            </a:fld>
            <a:endParaRPr lang="en-IN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2A06F-8D80-48D9-8094-67CFD4E59E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4613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475D8-F660-49E2-9C52-203BAE395551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2A06F-8D80-48D9-8094-67CFD4E59E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0425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475D8-F660-49E2-9C52-203BAE395551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2A06F-8D80-48D9-8094-67CFD4E59E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3935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630475D8-F660-49E2-9C52-203BAE395551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3CC2A06F-8D80-48D9-8094-67CFD4E59E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3037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  <p:sldLayoutId id="2147483808" r:id="rId10"/>
    <p:sldLayoutId id="214748380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sv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10" Type="http://schemas.openxmlformats.org/officeDocument/2006/relationships/image" Target="../media/image13.sv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B2CF5-8DCB-C56E-0346-7139C3B0B9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68805" y="868361"/>
            <a:ext cx="8791575" cy="2387600"/>
          </a:xfrm>
        </p:spPr>
        <p:txBody>
          <a:bodyPr>
            <a:normAutofit/>
          </a:bodyPr>
          <a:lstStyle/>
          <a:p>
            <a:pPr algn="ctr"/>
            <a:r>
              <a:rPr lang="en-US" sz="5200" b="1" dirty="0"/>
              <a:t>E-Commerce Analysis</a:t>
            </a:r>
            <a:endParaRPr lang="en-IN" sz="52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612C2D-01DC-E7F8-4B0F-A003D8A0C2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56939" y="3602038"/>
            <a:ext cx="4635062" cy="85434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By </a:t>
            </a:r>
            <a:r>
              <a:rPr lang="en-US" dirty="0"/>
              <a:t>Jayesh </a:t>
            </a:r>
            <a:r>
              <a:rPr lang="en-US" dirty="0" err="1"/>
              <a:t>kharate</a:t>
            </a:r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May batch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211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DA8697B-9862-D764-D5DD-3400698F0C46}"/>
              </a:ext>
            </a:extLst>
          </p:cNvPr>
          <p:cNvSpPr txBox="1"/>
          <p:nvPr/>
        </p:nvSpPr>
        <p:spPr>
          <a:xfrm>
            <a:off x="3913239" y="811121"/>
            <a:ext cx="45425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Contents</a:t>
            </a:r>
            <a:endParaRPr lang="en-IN" sz="32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DA463D-337A-8E58-A3CB-8D720DFD973B}"/>
              </a:ext>
            </a:extLst>
          </p:cNvPr>
          <p:cNvSpPr txBox="1"/>
          <p:nvPr/>
        </p:nvSpPr>
        <p:spPr>
          <a:xfrm>
            <a:off x="7777316" y="2488206"/>
            <a:ext cx="36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Customer Trend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4CBCC1-18B0-1FA4-EABF-6F00C7C9CDDF}"/>
              </a:ext>
            </a:extLst>
          </p:cNvPr>
          <p:cNvSpPr txBox="1"/>
          <p:nvPr/>
        </p:nvSpPr>
        <p:spPr>
          <a:xfrm>
            <a:off x="7737987" y="3023035"/>
            <a:ext cx="36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Revenue Growth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FFABA1-3216-DA4F-C7EF-1912B17BD6DF}"/>
              </a:ext>
            </a:extLst>
          </p:cNvPr>
          <p:cNvSpPr txBox="1"/>
          <p:nvPr/>
        </p:nvSpPr>
        <p:spPr>
          <a:xfrm>
            <a:off x="7737987" y="3725858"/>
            <a:ext cx="36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</a:t>
            </a:r>
            <a:r>
              <a:rPr lang="en-IN" dirty="0"/>
              <a:t>ogistics View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F26870-AB4B-39CE-945C-3362FDDCD274}"/>
              </a:ext>
            </a:extLst>
          </p:cNvPr>
          <p:cNvSpPr txBox="1"/>
          <p:nvPr/>
        </p:nvSpPr>
        <p:spPr>
          <a:xfrm>
            <a:off x="7737987" y="4354673"/>
            <a:ext cx="36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Dashboard</a:t>
            </a:r>
          </a:p>
        </p:txBody>
      </p:sp>
      <p:pic>
        <p:nvPicPr>
          <p:cNvPr id="16" name="Graphic 15" descr="Statistics with solid fill">
            <a:extLst>
              <a:ext uri="{FF2B5EF4-FFF2-40B4-BE49-F238E27FC236}">
                <a16:creationId xmlns:a16="http://schemas.microsoft.com/office/drawing/2014/main" id="{CFA417A6-DF7C-7D6A-9BB4-67266DF340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34981" y="2388892"/>
            <a:ext cx="564402" cy="564402"/>
          </a:xfrm>
          <a:prstGeom prst="rect">
            <a:avLst/>
          </a:prstGeom>
        </p:spPr>
      </p:pic>
      <p:pic>
        <p:nvPicPr>
          <p:cNvPr id="18" name="Graphic 17" descr="Business Growth with solid fill">
            <a:extLst>
              <a:ext uri="{FF2B5EF4-FFF2-40B4-BE49-F238E27FC236}">
                <a16:creationId xmlns:a16="http://schemas.microsoft.com/office/drawing/2014/main" id="{45906EE9-81CE-9EA5-7335-69B07B7D85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94766" y="2999509"/>
            <a:ext cx="564402" cy="5644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330D89-A8B0-5E69-FEDE-9C0F2B9819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00397" y="2308256"/>
            <a:ext cx="3124471" cy="241574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9" name="Graphic 8" descr="Database with solid fill">
            <a:extLst>
              <a:ext uri="{FF2B5EF4-FFF2-40B4-BE49-F238E27FC236}">
                <a16:creationId xmlns:a16="http://schemas.microsoft.com/office/drawing/2014/main" id="{EBBB402A-D6D8-3EF4-F7E8-C48E6BFE077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34981" y="4257138"/>
            <a:ext cx="564402" cy="564402"/>
          </a:xfrm>
          <a:prstGeom prst="rect">
            <a:avLst/>
          </a:prstGeom>
        </p:spPr>
      </p:pic>
      <p:pic>
        <p:nvPicPr>
          <p:cNvPr id="13" name="Graphic 12" descr="Truck with solid fill">
            <a:extLst>
              <a:ext uri="{FF2B5EF4-FFF2-40B4-BE49-F238E27FC236}">
                <a16:creationId xmlns:a16="http://schemas.microsoft.com/office/drawing/2014/main" id="{274A7028-0AFD-8D55-E2AF-66F61D0691C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016783" y="3610126"/>
            <a:ext cx="600797" cy="600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998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F7C06-2F1B-DAF7-F539-141B419D0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638" y="948855"/>
            <a:ext cx="9404723" cy="638663"/>
          </a:xfrm>
        </p:spPr>
        <p:txBody>
          <a:bodyPr/>
          <a:lstStyle/>
          <a:p>
            <a:pPr algn="ctr"/>
            <a:r>
              <a:rPr lang="en-IN" sz="3200" b="1" dirty="0"/>
              <a:t>Problem Statement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37C784-683D-B291-33ED-8F55CF080F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9143" y="1809215"/>
            <a:ext cx="3017369" cy="447459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2BF2C7D-053B-BF04-3F41-BE4AA40489FC}"/>
              </a:ext>
            </a:extLst>
          </p:cNvPr>
          <p:cNvSpPr txBox="1"/>
          <p:nvPr/>
        </p:nvSpPr>
        <p:spPr>
          <a:xfrm>
            <a:off x="6695489" y="2707292"/>
            <a:ext cx="5201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Revenue YoY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5C005A-CDEF-B398-6F35-1E9AD268C462}"/>
              </a:ext>
            </a:extLst>
          </p:cNvPr>
          <p:cNvSpPr txBox="1"/>
          <p:nvPr/>
        </p:nvSpPr>
        <p:spPr>
          <a:xfrm>
            <a:off x="6695489" y="3286543"/>
            <a:ext cx="470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Product Returns Impact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F4EE41-F7A6-2C09-1A00-4A87CF8B1B3A}"/>
              </a:ext>
            </a:extLst>
          </p:cNvPr>
          <p:cNvSpPr txBox="1"/>
          <p:nvPr/>
        </p:nvSpPr>
        <p:spPr>
          <a:xfrm>
            <a:off x="6695489" y="3865050"/>
            <a:ext cx="4493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Product Specific Revenue Loss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0E89E1-EB48-FAEE-C6ED-81FC59489CBF}"/>
              </a:ext>
            </a:extLst>
          </p:cNvPr>
          <p:cNvSpPr txBox="1"/>
          <p:nvPr/>
        </p:nvSpPr>
        <p:spPr>
          <a:xfrm>
            <a:off x="6690294" y="4443557"/>
            <a:ext cx="42576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Less Revenue Months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F29BAA-DD58-13CA-EBB5-8C9C58824B25}"/>
              </a:ext>
            </a:extLst>
          </p:cNvPr>
          <p:cNvSpPr txBox="1"/>
          <p:nvPr/>
        </p:nvSpPr>
        <p:spPr>
          <a:xfrm>
            <a:off x="6690294" y="5034586"/>
            <a:ext cx="41396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Region Wise Impact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67F5EA-3492-7EE4-37D0-EC5A40CEC7CF}"/>
              </a:ext>
            </a:extLst>
          </p:cNvPr>
          <p:cNvSpPr txBox="1"/>
          <p:nvPr/>
        </p:nvSpPr>
        <p:spPr>
          <a:xfrm>
            <a:off x="6690294" y="5600571"/>
            <a:ext cx="36922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Rating impact on Sales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5666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ECAABA8-E8D8-3852-EC2E-DD05A1117DF1}"/>
              </a:ext>
            </a:extLst>
          </p:cNvPr>
          <p:cNvSpPr txBox="1">
            <a:spLocks/>
          </p:cNvSpPr>
          <p:nvPr/>
        </p:nvSpPr>
        <p:spPr>
          <a:xfrm>
            <a:off x="1393638" y="860756"/>
            <a:ext cx="9404723" cy="60916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3200" b="1" dirty="0"/>
              <a:t>Methodologies Used</a:t>
            </a:r>
            <a:endParaRPr lang="en-IN" sz="32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8983E8-1651-3E76-7C7F-A27E50179B52}"/>
              </a:ext>
            </a:extLst>
          </p:cNvPr>
          <p:cNvSpPr txBox="1"/>
          <p:nvPr/>
        </p:nvSpPr>
        <p:spPr>
          <a:xfrm>
            <a:off x="6681187" y="1927123"/>
            <a:ext cx="4719484" cy="3460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Multiple DAX functions were used to compute the results, few of them listed below: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Related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DistinctCount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Calculate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Average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Countrows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Filter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SamePeriodLastYear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211EE7-A8FD-6EFD-6245-E3ED1B42F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308" y="2396613"/>
            <a:ext cx="5474583" cy="3391113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</p:spTree>
    <p:extLst>
      <p:ext uri="{BB962C8B-B14F-4D97-AF65-F5344CB8AC3E}">
        <p14:creationId xmlns:p14="http://schemas.microsoft.com/office/powerpoint/2010/main" val="1979002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2B669-5115-8359-109E-9AEF279EB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6046" y="805610"/>
            <a:ext cx="9404723" cy="609166"/>
          </a:xfrm>
        </p:spPr>
        <p:txBody>
          <a:bodyPr/>
          <a:lstStyle/>
          <a:p>
            <a:pPr algn="ctr"/>
            <a:r>
              <a:rPr lang="en-US" sz="3200" b="1" dirty="0"/>
              <a:t>Data Overview</a:t>
            </a:r>
            <a:endParaRPr lang="en-IN" sz="32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2F6DBE-7B0C-2120-07B1-1B41C029540F}"/>
              </a:ext>
            </a:extLst>
          </p:cNvPr>
          <p:cNvSpPr txBox="1"/>
          <p:nvPr/>
        </p:nvSpPr>
        <p:spPr>
          <a:xfrm>
            <a:off x="6735098" y="2349909"/>
            <a:ext cx="453267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There are 2 tables – Orders &amp; Customers.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For Data Cleaning – I removed Null from Location, </a:t>
            </a:r>
            <a:r>
              <a:rPr lang="en-US" dirty="0" err="1"/>
              <a:t>ProductCategory</a:t>
            </a:r>
            <a:r>
              <a:rPr lang="en-US" dirty="0"/>
              <a:t> &amp; Unit Price column in Orders table</a:t>
            </a:r>
            <a:endParaRPr lang="en-IN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4288283-4343-6C24-EEF2-AA4C4D2335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762" y="2116582"/>
            <a:ext cx="6254125" cy="319978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48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128DF5F-F9B7-406A-A1C4-1504C745DC25}"/>
              </a:ext>
            </a:extLst>
          </p:cNvPr>
          <p:cNvSpPr txBox="1"/>
          <p:nvPr/>
        </p:nvSpPr>
        <p:spPr>
          <a:xfrm>
            <a:off x="1966452" y="403123"/>
            <a:ext cx="82394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Customer’s Trend</a:t>
            </a:r>
            <a:endParaRPr lang="en-IN" sz="32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DC2969-65C5-ED17-627E-72047D001809}"/>
              </a:ext>
            </a:extLst>
          </p:cNvPr>
          <p:cNvSpPr txBox="1"/>
          <p:nvPr/>
        </p:nvSpPr>
        <p:spPr>
          <a:xfrm>
            <a:off x="7418438" y="2602007"/>
            <a:ext cx="36084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The year 2020 recorded the highest customer count.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30B5E4-A4EC-BA2C-EE02-F48C0D144D0A}"/>
              </a:ext>
            </a:extLst>
          </p:cNvPr>
          <p:cNvSpPr txBox="1"/>
          <p:nvPr/>
        </p:nvSpPr>
        <p:spPr>
          <a:xfrm>
            <a:off x="7418438" y="3429000"/>
            <a:ext cx="39574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Customer count increased by </a:t>
            </a:r>
            <a:r>
              <a:rPr lang="en-US" b="1" dirty="0"/>
              <a:t>42%</a:t>
            </a:r>
            <a:r>
              <a:rPr lang="en-US" dirty="0"/>
              <a:t> from 2015 to 2020.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2AD3A7-15D8-4263-97D4-ADC6A6B5D2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017" y="1524801"/>
            <a:ext cx="4854851" cy="4286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954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Gender Donut Chart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9B58A1-460C-407B-9838-E14FF4B88714}"/>
              </a:ext>
            </a:extLst>
          </p:cNvPr>
          <p:cNvSpPr txBox="1"/>
          <p:nvPr/>
        </p:nvSpPr>
        <p:spPr>
          <a:xfrm>
            <a:off x="4309242" y="1736624"/>
            <a:ext cx="7725101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Recommendations to Attract More Female Customers</a:t>
            </a:r>
          </a:p>
          <a:p>
            <a:r>
              <a:rPr lang="en-US" b="1" dirty="0"/>
              <a:t>1. Optimize Product Categories for Women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Expand product range</a:t>
            </a:r>
            <a:r>
              <a:rPr lang="en-US" dirty="0"/>
              <a:t> in top-performing female categories (e.g., Fashion, Beauty, Wellness).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Introduce </a:t>
            </a:r>
            <a:r>
              <a:rPr lang="en-US" b="1" dirty="0"/>
              <a:t>bundled products</a:t>
            </a:r>
            <a:r>
              <a:rPr lang="en-US" dirty="0"/>
              <a:t> or curated kits tailored to women (e.g., “Self-care kits”).</a:t>
            </a:r>
          </a:p>
          <a:p>
            <a:r>
              <a:rPr lang="en-US" b="1" dirty="0"/>
              <a:t>2. Loyalty &amp; Referral Programs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Launch </a:t>
            </a:r>
            <a:r>
              <a:rPr lang="en-US" b="1" dirty="0"/>
              <a:t>female-focused loyalty programs</a:t>
            </a:r>
            <a:r>
              <a:rPr lang="en-US" dirty="0"/>
              <a:t> (e.g., rewards for reviewing beauty/fashion items).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Incentivize </a:t>
            </a:r>
            <a:r>
              <a:rPr lang="en-US" b="1" dirty="0"/>
              <a:t>referrals</a:t>
            </a:r>
            <a:r>
              <a:rPr lang="en-US" dirty="0"/>
              <a:t>, especially for social sharing on Instagram, Pinterest, etc.</a:t>
            </a:r>
          </a:p>
          <a:p>
            <a:r>
              <a:rPr lang="en-US" b="1" dirty="0"/>
              <a:t>3 Flash Sales &amp; Personalized Offers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Time </a:t>
            </a:r>
            <a:r>
              <a:rPr lang="en-US" b="1" dirty="0"/>
              <a:t>exclusive flash sales</a:t>
            </a:r>
            <a:r>
              <a:rPr lang="en-US" dirty="0"/>
              <a:t> around women-centric holidays or events (e.g., Women’s Day, Mother’s Day).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Offer </a:t>
            </a:r>
            <a:r>
              <a:rPr lang="en-US" b="1" dirty="0"/>
              <a:t>personalized coupon codes</a:t>
            </a:r>
            <a:r>
              <a:rPr lang="en-US" dirty="0"/>
              <a:t> based on past purchase behavior.</a:t>
            </a:r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D2A5FD9-46FF-4076-9061-27748C5518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657" y="1892079"/>
            <a:ext cx="3907936" cy="34471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615045F5-FBFE-CA0A-467A-0A6E9B64A5B6}"/>
              </a:ext>
            </a:extLst>
          </p:cNvPr>
          <p:cNvSpPr txBox="1"/>
          <p:nvPr/>
        </p:nvSpPr>
        <p:spPr>
          <a:xfrm>
            <a:off x="1966452" y="403123"/>
            <a:ext cx="82394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Revenue Growth</a:t>
            </a:r>
            <a:endParaRPr lang="en-IN" sz="32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7DAD02-7386-351E-A70E-C08B284389EF}"/>
              </a:ext>
            </a:extLst>
          </p:cNvPr>
          <p:cNvSpPr txBox="1"/>
          <p:nvPr/>
        </p:nvSpPr>
        <p:spPr>
          <a:xfrm>
            <a:off x="8318091" y="2389240"/>
            <a:ext cx="282185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Most Revenue Growth is seen in the month of March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Least Impact seen in the month of June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74A49F-6C7B-4814-9CA6-E9B4F6BA2B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443" y="1627133"/>
            <a:ext cx="6881202" cy="3603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9785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3292EC0-A493-8C02-9087-B809EDA4C426}"/>
              </a:ext>
            </a:extLst>
          </p:cNvPr>
          <p:cNvSpPr txBox="1"/>
          <p:nvPr/>
        </p:nvSpPr>
        <p:spPr>
          <a:xfrm>
            <a:off x="1966452" y="403123"/>
            <a:ext cx="82394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Logistics View</a:t>
            </a:r>
            <a:endParaRPr lang="en-IN" sz="32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D22BAB-5DA6-5FC9-45F9-C523818E371B}"/>
              </a:ext>
            </a:extLst>
          </p:cNvPr>
          <p:cNvSpPr txBox="1"/>
          <p:nvPr/>
        </p:nvSpPr>
        <p:spPr>
          <a:xfrm>
            <a:off x="7714328" y="2478536"/>
            <a:ext cx="359860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Most delivery time is taken for the category “Shipped from Abroad”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Least delivery time is taken by the Express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6719CD-61C2-4199-99D7-F8733E5978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646" y="1964726"/>
            <a:ext cx="5563260" cy="353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1575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1B022C0-FA5E-24BE-9E4D-28D6F475CA76}"/>
              </a:ext>
            </a:extLst>
          </p:cNvPr>
          <p:cNvSpPr txBox="1"/>
          <p:nvPr/>
        </p:nvSpPr>
        <p:spPr>
          <a:xfrm>
            <a:off x="2045111" y="344128"/>
            <a:ext cx="82394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Revenue YoY</a:t>
            </a:r>
            <a:endParaRPr lang="en-IN" sz="32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83A099-8845-C7AC-2EC5-ADB251AAD51A}"/>
              </a:ext>
            </a:extLst>
          </p:cNvPr>
          <p:cNvSpPr txBox="1"/>
          <p:nvPr/>
        </p:nvSpPr>
        <p:spPr>
          <a:xfrm>
            <a:off x="7570839" y="2690336"/>
            <a:ext cx="359860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Best Revenue year has been 2020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2016 &amp; 2018 has seen the least revenue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41C767-5C1B-9E51-372D-5AECAA7109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7418" y="2415209"/>
            <a:ext cx="5261963" cy="2716173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441270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8BACDCC-AFC5-537C-DD46-FDE1182327F7}"/>
              </a:ext>
            </a:extLst>
          </p:cNvPr>
          <p:cNvSpPr txBox="1"/>
          <p:nvPr/>
        </p:nvSpPr>
        <p:spPr>
          <a:xfrm>
            <a:off x="2074607" y="353961"/>
            <a:ext cx="82394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Product Return Impact</a:t>
            </a:r>
            <a:endParaRPr lang="en-IN" sz="32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2F1BFE-C9EE-3480-1663-91214383ABDF}"/>
              </a:ext>
            </a:extLst>
          </p:cNvPr>
          <p:cNvSpPr txBox="1"/>
          <p:nvPr/>
        </p:nvSpPr>
        <p:spPr>
          <a:xfrm>
            <a:off x="7959451" y="2255460"/>
            <a:ext cx="338277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Missing, wrong, and defective items account for </a:t>
            </a:r>
            <a:r>
              <a:rPr lang="en-US" b="1" dirty="0"/>
              <a:t>18K returned products</a:t>
            </a:r>
            <a:r>
              <a:rPr lang="en-US" dirty="0"/>
              <a:t>, making up </a:t>
            </a:r>
            <a:r>
              <a:rPr lang="en-US" b="1" dirty="0"/>
              <a:t>58% of total returns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By providing accurate product descriptions, returns could be reduced by </a:t>
            </a:r>
            <a:r>
              <a:rPr lang="en-US" b="1" dirty="0"/>
              <a:t>42%</a:t>
            </a:r>
            <a:r>
              <a:rPr lang="en-US" dirty="0"/>
              <a:t>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B93C2C-EB8D-4E86-A546-92D3DF328A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4360" y="1649262"/>
            <a:ext cx="5467874" cy="3879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7749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On-time vs Late Deliveries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32083" y="1728951"/>
            <a:ext cx="623263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400"/>
            </a:pPr>
            <a:r>
              <a:rPr dirty="0"/>
              <a:t>Over 85% of Express deliveries are on time.</a:t>
            </a:r>
          </a:p>
          <a:p>
            <a:pPr>
              <a:defRPr sz="1400"/>
            </a:pPr>
            <a:r>
              <a:rPr dirty="0"/>
              <a:t>Shipped from Abroad has the highest number of late deliveries.</a:t>
            </a:r>
          </a:p>
          <a:p>
            <a:pPr>
              <a:defRPr sz="1400"/>
            </a:pPr>
            <a:r>
              <a:rPr dirty="0"/>
              <a:t>Improving international shipping logistics can reduce delays.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4ACC33E-7D0C-4A5A-AC4F-047378CAA7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7511" y="3098182"/>
            <a:ext cx="9456977" cy="284021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80FC786-7566-425D-0B64-B36B57F213E0}"/>
              </a:ext>
            </a:extLst>
          </p:cNvPr>
          <p:cNvSpPr txBox="1"/>
          <p:nvPr/>
        </p:nvSpPr>
        <p:spPr>
          <a:xfrm>
            <a:off x="1976284" y="176980"/>
            <a:ext cx="82394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Product Specific Revenue Impact</a:t>
            </a:r>
            <a:endParaRPr lang="en-IN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78A7BC-4006-2B13-5C91-5D2ADF2792A2}"/>
              </a:ext>
            </a:extLst>
          </p:cNvPr>
          <p:cNvSpPr txBox="1"/>
          <p:nvPr/>
        </p:nvSpPr>
        <p:spPr>
          <a:xfrm>
            <a:off x="7885471" y="2546556"/>
            <a:ext cx="343145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These products have the less share in overall revenue.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To increase their sales, we will have to implement offers like Trade-in Discounts, EMI Offers, free Extended Warranties, </a:t>
            </a:r>
            <a:r>
              <a:rPr lang="en-US" dirty="0" err="1"/>
              <a:t>etc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9A772C-F62E-4C09-8FB0-449296C266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071" y="1677767"/>
            <a:ext cx="6754168" cy="394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1202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BD69A42-500D-54E6-F9A4-5FB08393A082}"/>
              </a:ext>
            </a:extLst>
          </p:cNvPr>
          <p:cNvSpPr txBox="1"/>
          <p:nvPr/>
        </p:nvSpPr>
        <p:spPr>
          <a:xfrm>
            <a:off x="1976284" y="108155"/>
            <a:ext cx="82394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Less Revenue Months</a:t>
            </a:r>
            <a:endParaRPr lang="en-IN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A0D22C-09ED-8870-9DDF-01B5DC4276CF}"/>
              </a:ext>
            </a:extLst>
          </p:cNvPr>
          <p:cNvSpPr txBox="1"/>
          <p:nvPr/>
        </p:nvSpPr>
        <p:spPr>
          <a:xfrm>
            <a:off x="8072284" y="2527675"/>
            <a:ext cx="315615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i="0" u="none" strike="noStrike" dirty="0">
                <a:effectLst/>
                <a:latin typeface="+mj-lt"/>
              </a:rPr>
              <a:t>June, September and November are the months with less revenue so we should plan promotional offers in this period</a:t>
            </a:r>
            <a:endParaRPr lang="en-IN" dirty="0"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E3A08D-997F-4C59-A484-E788F56595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4051" y="1526301"/>
            <a:ext cx="6549024" cy="3518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2016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72501-D1C6-D744-D59B-2B5711DC4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421" y="452718"/>
            <a:ext cx="9404723" cy="579669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Region Wise Impact</a:t>
            </a:r>
            <a:endParaRPr lang="en-IN" sz="3200" b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9E4154-E0EF-0D5F-3B2A-259EBBC91B7F}"/>
              </a:ext>
            </a:extLst>
          </p:cNvPr>
          <p:cNvSpPr txBox="1"/>
          <p:nvPr/>
        </p:nvSpPr>
        <p:spPr>
          <a:xfrm>
            <a:off x="8072284" y="2527675"/>
            <a:ext cx="315615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i="0" u="none" strike="noStrike" dirty="0">
                <a:effectLst/>
                <a:latin typeface="+mj-lt"/>
              </a:rPr>
              <a:t>Major business is from Africa continent – focus should be more towards Asian and European continent</a:t>
            </a:r>
            <a:endParaRPr lang="en-IN" dirty="0"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170FCC-D3E5-46E4-A0A0-5CCD685978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0039" y="1605464"/>
            <a:ext cx="5009236" cy="4017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9324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Avg Wait Time by Category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59421" y="1466193"/>
            <a:ext cx="684223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400"/>
            </a:pPr>
            <a:r>
              <a:rPr dirty="0"/>
              <a:t>Average delivery time across all categories is around 10 days.</a:t>
            </a:r>
          </a:p>
          <a:p>
            <a:pPr>
              <a:defRPr sz="1400"/>
            </a:pPr>
            <a:r>
              <a:rPr dirty="0"/>
              <a:t>'Shipped from Abroad' has the longest wait time (up to 15 days).</a:t>
            </a:r>
          </a:p>
          <a:p>
            <a:pPr>
              <a:defRPr sz="1400"/>
            </a:pPr>
            <a:r>
              <a:rPr dirty="0"/>
              <a:t>Express category is the fastest with delivery within 4 days.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EF63749-7004-4CE3-9E17-185607A0DF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6866" y="2905408"/>
            <a:ext cx="4018430" cy="34679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FA4AF55-721C-29B8-4999-90809A94B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2008" y="452439"/>
            <a:ext cx="8369147" cy="688104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Rating Impact on Sales</a:t>
            </a:r>
            <a:endParaRPr lang="en-IN" sz="3200" b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3998B3-3708-8E9F-F6C8-65DE2C53D297}"/>
              </a:ext>
            </a:extLst>
          </p:cNvPr>
          <p:cNvSpPr txBox="1"/>
          <p:nvPr/>
        </p:nvSpPr>
        <p:spPr>
          <a:xfrm>
            <a:off x="7964130" y="2527675"/>
            <a:ext cx="326431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Ratings have shown no direct impact on sales.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Low-rated items recorded the highest sales across all categories.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2097C7-92DB-4A3E-AF4D-905443765B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641" y="1655020"/>
            <a:ext cx="6300460" cy="3978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3034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69BE9F-94A2-403E-9411-50E5018AC4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4593" y="-85480"/>
            <a:ext cx="12286593" cy="6975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6372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B3D4F80-51F3-4ED2-85DA-C74F341D19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4802373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54F6520-BB61-4E26-A0C3-2182E044FF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4669"/>
            <a:ext cx="12192000" cy="6907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1928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1297" y="-9355"/>
            <a:ext cx="10058400" cy="1609344"/>
          </a:xfrm>
        </p:spPr>
        <p:txBody>
          <a:bodyPr/>
          <a:lstStyle/>
          <a:p>
            <a:r>
              <a:rPr dirty="0"/>
              <a:t>Final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055" y="1221616"/>
            <a:ext cx="9133490" cy="4678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marL="457200" indent="-457200">
              <a:buFont typeface="Arial" panose="020B0604020202020204" pitchFamily="34" charset="0"/>
              <a:buChar char="•"/>
              <a:defRPr sz="1400"/>
            </a:pPr>
            <a:r>
              <a:rPr sz="2800" dirty="0"/>
              <a:t>Launch discount campaigns for underperforming products.</a:t>
            </a:r>
          </a:p>
          <a:p>
            <a:pPr marL="457200" indent="-457200">
              <a:buFont typeface="Arial" panose="020B0604020202020204" pitchFamily="34" charset="0"/>
              <a:buChar char="•"/>
              <a:defRPr sz="1400"/>
            </a:pPr>
            <a:r>
              <a:rPr sz="2800" dirty="0"/>
              <a:t>Use Express delivery for time-sensitive items to ensure customer satisfaction.</a:t>
            </a:r>
          </a:p>
          <a:p>
            <a:pPr marL="457200" indent="-457200">
              <a:buFont typeface="Arial" panose="020B0604020202020204" pitchFamily="34" charset="0"/>
              <a:buChar char="•"/>
              <a:defRPr sz="1400"/>
            </a:pPr>
            <a:r>
              <a:rPr sz="2800" dirty="0"/>
              <a:t>Improve international shipping to reduce late deliveries.</a:t>
            </a:r>
          </a:p>
          <a:p>
            <a:pPr marL="457200" indent="-457200">
              <a:buFont typeface="Arial" panose="020B0604020202020204" pitchFamily="34" charset="0"/>
              <a:buChar char="•"/>
              <a:defRPr sz="1400"/>
            </a:pPr>
            <a:r>
              <a:rPr sz="2800" dirty="0"/>
              <a:t>Enhance visibility of high-rated products across platforms.</a:t>
            </a:r>
          </a:p>
          <a:p>
            <a:pPr marL="457200" indent="-457200">
              <a:buFont typeface="Arial" panose="020B0604020202020204" pitchFamily="34" charset="0"/>
              <a:buChar char="•"/>
              <a:defRPr sz="1400"/>
            </a:pPr>
            <a:r>
              <a:rPr sz="2800" dirty="0"/>
              <a:t>Promote female-targeted campaigns to balance customer segments.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2E92FC4-C4A4-3E0C-771F-A5859144391D}"/>
              </a:ext>
            </a:extLst>
          </p:cNvPr>
          <p:cNvSpPr txBox="1"/>
          <p:nvPr/>
        </p:nvSpPr>
        <p:spPr>
          <a:xfrm>
            <a:off x="930249" y="1015942"/>
            <a:ext cx="1050500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Sales Focus:</a:t>
            </a:r>
            <a:r>
              <a:rPr lang="en-US" sz="2400" dirty="0"/>
              <a:t> Target specific months like </a:t>
            </a:r>
            <a:r>
              <a:rPr lang="en-US" sz="2400" b="1" dirty="0"/>
              <a:t>June</a:t>
            </a:r>
            <a:r>
              <a:rPr lang="en-US" sz="2400" dirty="0"/>
              <a:t>, </a:t>
            </a:r>
            <a:r>
              <a:rPr lang="en-US" sz="2400" b="1" dirty="0"/>
              <a:t>September</a:t>
            </a:r>
            <a:r>
              <a:rPr lang="en-US" sz="2400" dirty="0"/>
              <a:t>, and </a:t>
            </a:r>
            <a:r>
              <a:rPr lang="en-US" sz="2400" b="1" dirty="0"/>
              <a:t>November</a:t>
            </a:r>
            <a:r>
              <a:rPr lang="en-US" sz="2400" dirty="0"/>
              <a:t> to boost sales.</a:t>
            </a:r>
          </a:p>
          <a:p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Delivery Efficiency:</a:t>
            </a:r>
            <a:r>
              <a:rPr lang="en-US" sz="2400" dirty="0"/>
              <a:t> </a:t>
            </a:r>
            <a:r>
              <a:rPr lang="en-US" sz="2400" b="1" dirty="0"/>
              <a:t>Express</a:t>
            </a:r>
            <a:r>
              <a:rPr lang="en-US" sz="2400" dirty="0"/>
              <a:t> is identified as the fastest delivery mode.</a:t>
            </a:r>
          </a:p>
          <a:p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Product Targeting:</a:t>
            </a:r>
            <a:r>
              <a:rPr lang="en-US" sz="2400" dirty="0"/>
              <a:t> Introduce new schemes for specific products to enhance overall revenue.</a:t>
            </a:r>
          </a:p>
          <a:p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Return Reduction:</a:t>
            </a:r>
            <a:r>
              <a:rPr lang="en-US" sz="2400" dirty="0"/>
              <a:t> Minimize returns by improving </a:t>
            </a:r>
            <a:r>
              <a:rPr lang="en-US" sz="2400" b="1" dirty="0"/>
              <a:t>product quality</a:t>
            </a:r>
            <a:r>
              <a:rPr lang="en-US" sz="2400" dirty="0"/>
              <a:t> and providing accurate </a:t>
            </a:r>
            <a:r>
              <a:rPr lang="en-US" sz="2400" b="1" dirty="0"/>
              <a:t>product descriptions</a:t>
            </a:r>
            <a:r>
              <a:rPr lang="en-US" sz="2400" dirty="0"/>
              <a:t> on the website.</a:t>
            </a:r>
          </a:p>
        </p:txBody>
      </p:sp>
    </p:spTree>
    <p:extLst>
      <p:ext uri="{BB962C8B-B14F-4D97-AF65-F5344CB8AC3E}">
        <p14:creationId xmlns:p14="http://schemas.microsoft.com/office/powerpoint/2010/main" val="19199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6C46F3-D0C6-96DD-C88F-7EE6C823C9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7465" y="2615380"/>
            <a:ext cx="9905999" cy="258588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8000" b="1" dirty="0">
                <a:solidFill>
                  <a:schemeClr val="bg2">
                    <a:lumMod val="50000"/>
                  </a:schemeClr>
                </a:solidFill>
              </a:rPr>
              <a:t>THANK YOU</a:t>
            </a:r>
            <a:endParaRPr lang="en-IN" sz="8000" b="1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207183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3090</TotalTime>
  <Words>619</Words>
  <Application>Microsoft Office PowerPoint</Application>
  <PresentationFormat>Widescreen</PresentationFormat>
  <Paragraphs>99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Rockwell</vt:lpstr>
      <vt:lpstr>Rockwell Condensed</vt:lpstr>
      <vt:lpstr>Wingdings</vt:lpstr>
      <vt:lpstr>Wood Type</vt:lpstr>
      <vt:lpstr>E-Commerce Analysis</vt:lpstr>
      <vt:lpstr>PowerPoint Presentation</vt:lpstr>
      <vt:lpstr>Problem Statement</vt:lpstr>
      <vt:lpstr>PowerPoint Presentation</vt:lpstr>
      <vt:lpstr>Data Overview</vt:lpstr>
      <vt:lpstr>PowerPoint Presentation</vt:lpstr>
      <vt:lpstr>Customer Gender Donut Chart</vt:lpstr>
      <vt:lpstr>PowerPoint Presentation</vt:lpstr>
      <vt:lpstr>PowerPoint Presentation</vt:lpstr>
      <vt:lpstr>PowerPoint Presentation</vt:lpstr>
      <vt:lpstr>PowerPoint Presentation</vt:lpstr>
      <vt:lpstr>On-time vs Late Deliveries</vt:lpstr>
      <vt:lpstr>PowerPoint Presentation</vt:lpstr>
      <vt:lpstr>PowerPoint Presentation</vt:lpstr>
      <vt:lpstr>Region Wise Impact</vt:lpstr>
      <vt:lpstr>Avg Wait Time by Category</vt:lpstr>
      <vt:lpstr>Rating Impact on Sales</vt:lpstr>
      <vt:lpstr>PowerPoint Presentation</vt:lpstr>
      <vt:lpstr>PowerPoint Presentation</vt:lpstr>
      <vt:lpstr>PowerPoint Presentation</vt:lpstr>
      <vt:lpstr>Final Recommendations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Analysis</dc:title>
  <dc:creator>akshaykishor111@outlook.com</dc:creator>
  <cp:lastModifiedBy>Jayesh raj chandra</cp:lastModifiedBy>
  <cp:revision>16</cp:revision>
  <dcterms:created xsi:type="dcterms:W3CDTF">2024-10-22T05:52:49Z</dcterms:created>
  <dcterms:modified xsi:type="dcterms:W3CDTF">2025-04-16T01:20:45Z</dcterms:modified>
</cp:coreProperties>
</file>